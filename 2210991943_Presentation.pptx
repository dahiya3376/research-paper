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69" r:id="rId7"/>
    <p:sldId id="270" r:id="rId8"/>
    <p:sldId id="268" r:id="rId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10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Neural Databases Using Large Language Models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Mukul Dahiya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2210991943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Simarjit Kaur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traditional databases and need for change 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databases are efficient at storing data but require users to write structured SQL queries to retrieve information. This creates a significant barrier for non-technical users who may understand the data conceptually but lack the ability to interact with it programmatically. As a result, organizations face a dependency on analysts or developers even for simple queries, leading to underutilization of available data.</a:t>
            </a:r>
          </a:p>
          <a:p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Approaches: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 → lacks semantic understanding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databases / RAG → handle unstructured data but ignore structured querying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neural databases → require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retraining when data updates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are designed to understand queries, not human language, creating a gap between users and data access 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E6BC-CC72-77B6-D65B-995EB074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82EE45C-81B7-4A3B-15B6-84660C76ED5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 Hybrid neural database using LLMs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0BD5480-8B44-4481-A9C7-9907ABDAE36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2650E9E-4473-32B5-17F1-8FB8090517B7}"/>
              </a:ext>
            </a:extLst>
          </p:cNvPr>
          <p:cNvSpPr txBox="1"/>
          <p:nvPr/>
        </p:nvSpPr>
        <p:spPr>
          <a:xfrm>
            <a:off x="152640" y="63045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two core components to enable natural language querying: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Neural Engine (Unstructured Data)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knowledge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Subject–Predicate–Object (SPO) triplets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schema-independent storage and fast retrieval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answers queries if relevant knowledge exists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Text-to-SQL (T2SQL) Generator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natural language queries into SQL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learning and chain-of-thought prompting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across different database schemas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 Flow: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submits a natural language query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Engine attempts retrieval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found → T2SQL generates SQL query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executed on database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returned in natural language 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733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D1BE-02E4-6B66-192E-79639F52B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770B22D-3C05-9F3A-6B1D-4854393C4EB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and impact 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CEA10C8-D76A-64D9-C0F4-E2A67FDC043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C82AE65-4F4E-DDB4-19C5-D1E947BCF1D3}"/>
              </a:ext>
            </a:extLst>
          </p:cNvPr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 on simple retrieval tasks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92.25% accuracy on complex multi-entity queries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Advantages: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precision compared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dynamic data without retraining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structured and unstructured data in one system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natural language interaction with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dependency on SQL knowledge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for non-technical users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and decision-making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knowledge retrieval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platforms handling diverse data sources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651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34755</TotalTime>
  <Words>386</Words>
  <Application>Microsoft Office PowerPoint</Application>
  <PresentationFormat>On-screen Show (4:3)</PresentationFormat>
  <Paragraphs>83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pradeep kumar</cp:lastModifiedBy>
  <cp:revision>2302</cp:revision>
  <dcterms:created xsi:type="dcterms:W3CDTF">2010-04-09T07:36:15Z</dcterms:created>
  <dcterms:modified xsi:type="dcterms:W3CDTF">2026-05-19T09:07:52Z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